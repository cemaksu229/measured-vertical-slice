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we are [team names]. Our app is Measured, an honest adult height predictor. The promise is on the screen: your adult height range in 60 seconds, with the result shown before any paywall. In the next eight minutes we show what we copied, what we changed, and then a classmate runs the app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GoTall is the app we are up against. TrustMRR, verified through Superwall, shows about $57.8 thousand a month. We read 150 recent App Store reviews and three problems dominate. The result is locked behind a paywall after a 31-step quiz, the quiz is long and personal, and the billing is a surprise: a $0.67 a week price becomes a charge of $35 to $60.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sentence that every screen has to serve. Who: 13 to 17-year-olds curious about their height. Pain: quizzes that end in a paywall. Promise: an honest range in 60 seconds, shown free before any paywall, which is the difference from GoTall.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style is Bold Measure: warm paper, near-black ink, a tangerine brand colour and a lime accent used for the result range. Headings are Clash Display and body is General Sans. Every screen has a real visual, a ruler, silhouettes or a big number, never a text-only screen. On the right is our style sheet with tokens and components.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whole slice, thirteen screens from promise to home. Four questions lead to the free result, then a plan, then a paywall. If you close the paywall with the X you land on home in free mode and keep your result and week one. Now for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if the live demo fails (no connection, Expo error), play measured_app_video.mp4 from the Measured-Teslimat folder instead. Hand the phone to a classmate who has never seen the app. Say nothing; let them tap through while we narrate: four questions, the free result, the plan and the paywall. Point out the range on the result and the price box. If the phone fails, play the screen recording.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you answer is wasted. Goal changes the wording, for example 'your child' instead of 'you'. Parents' heights drive the silhouettes and the range. If a parent is unknown, we do not block you: the range gets wider and the screen says why. Sleep, activity and diet decide which habits come first in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our paywall. The yearly price is the biggest text, the free trial end date is written out, and the cancel path is spelled out. The X is visible, there is no countdown, and the one review is labelled as a placeholder. On the right is what GoTall does instead: a weekly price for a yearly plan, a fake timer, and a paywall before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side-by-side. GoTall shows 33 screens before its paywall and the result is still locked; we show the result on screen 7 after 4 questions, free. Screen and tap counts for GoTall come from ScreensDesign's public recording of its onboarding. The seconds marked est. are estimates from the screen count at about four and a half seconds per screen; we say so openly. For clarity we showed five classmates only the first content screen of each app and asked what the app does: two of five got GoTall right, all five got Measured right. Our internal QA audit also found no dead ends in the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 for any funder is: will people understand it, feel the value and pay? Our answer is yes, because the promise fits in one sentence, the value appears in under a minute before any paywall, and paying is a clear, honest choice. Thank you. Questions?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adult height range in 60 seconds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480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questions. A free result before any paywall.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Cem Aksu  ·  Pınar Işıl Şahin  ·  Batu Öncel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43216" y="768096"/>
            <a:ext cx="2518154" cy="5321808"/>
          </a:xfrm>
          <a:prstGeom prst="roundRect">
            <a:avLst>
              <a:gd name="adj" fmla="val 435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7" name="Image 0" descr="C:\Users\aksuc\Desktop\proje_odev\design\export/screens/01-promis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408426" cy="5212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774936" y="1316736"/>
            <a:ext cx="2306888" cy="4864608"/>
          </a:xfrm>
          <a:prstGeom prst="roundRect">
            <a:avLst>
              <a:gd name="adj" fmla="val 475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9" name="Image 1" descr="C:\Users\aksuc\Desktop\proje_odev\design\export/screens/07-revea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1371600"/>
            <a:ext cx="2197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original: GoTall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$57.8k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recurring revenue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height predictor app. 33 screens of questions and claims, then a paywall. The result stays locked.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064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TrustMRR, Superwall-verified, 22 Oct 2026. Weakness counts: our tally of 119 one-to-three-star App Store reviews (approximate).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0" y="50292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12080" y="73152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212080" y="73152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70408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locked behind the paywall after a 31-step quiz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5087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the whole questionnaire ... at the last second told me I had to pay"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246888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69748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269748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267004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long, personal quiz before any value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34747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"Tell me up front so that I don't waste my time."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443484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66344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12080" y="466344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~19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63600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surprises: "$0.67/week" vs $35 to $60 charged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54406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 said $0.67 per week but it really charged me $35."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one-line value proposition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315200" cy="2331720"/>
          </a:xfrm>
          <a:prstGeom prst="roundRect">
            <a:avLst>
              <a:gd name="adj" fmla="val 4706"/>
            </a:avLst>
          </a:prstGeom>
          <a:solidFill>
            <a:srgbClr val="14141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13 to 17-year-olds who want to know how tall they will get but hate 30-question quizzes that end in a paywall, </a:t>
            </a:r>
            <a:pPr indent="0" marL="0">
              <a:buNone/>
            </a:pPr>
            <a:r>
              <a:rPr lang="en-US" sz="19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shows your honest height range in under a minute</a:t>
            </a:r>
            <a:pPr indent="0" marL="0">
              <a:buNone/>
            </a:pPr>
            <a:r>
              <a:rPr lang="en-US" sz="19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unlike GoTall, because you see your result before any paywall and the price is never hidden.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Teens who wonder how tall they will get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1752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"Answered 30 questions just to hit a paywall"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adult height range in 60 seconds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23376" y="768096"/>
            <a:ext cx="2349141" cy="4956048"/>
          </a:xfrm>
          <a:prstGeom prst="roundRect">
            <a:avLst>
              <a:gd name="adj" fmla="val 4671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5" name="Image 0" descr="C:\Users\aksuc\Desktop\proje_odev\design\export/screens/01-promis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822960"/>
            <a:ext cx="223941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Moodboard and style: Bold Measure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6F4EF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#F6F4EF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14630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141414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0896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#141414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F5A1F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Tangerine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553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#FF5A1F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926080" y="32918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C6F25B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0896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4553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#C6F25B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 178 cm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43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 Display headings, General Sans body. Rulers, silhouettes, big numbers.</a:t>
            </a:r>
            <a:endParaRPr lang="en-US" sz="1400" dirty="0"/>
          </a:p>
        </p:txBody>
      </p:sp>
      <p:pic>
        <p:nvPicPr>
          <p:cNvPr id="17" name="Image 0" descr="C:\Users\aksuc\Desktop\proje_odev\design\tools\deliverables\deck\img/style_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1325880"/>
            <a:ext cx="512064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slice: 13 screens, one flow</a:t>
            </a:r>
            <a:endParaRPr lang="en-US" sz="3800" dirty="0"/>
          </a:p>
        </p:txBody>
      </p:sp>
      <p:pic>
        <p:nvPicPr>
          <p:cNvPr id="3" name="Image 0" descr="C:\Users\aksuc\Desktop\proje_odev\design\export/board-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11457432" cy="223801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141414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310896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38328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C6F25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8328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result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621792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14141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1792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905256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FF5A1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05256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paywall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Promise, goal, about, height, parents, building, reveal, habits, plan, priming, paywall, welcome, home.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4592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classmate does the onboarding cold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5486400"/>
            <a:ext cx="10698480" cy="10972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6" name="Shape 4"/>
          <p:cNvSpPr/>
          <p:nvPr/>
        </p:nvSpPr>
        <p:spPr>
          <a:xfrm>
            <a:off x="98983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7" name="Shape 5"/>
          <p:cNvSpPr/>
          <p:nvPr/>
        </p:nvSpPr>
        <p:spPr>
          <a:xfrm>
            <a:off x="125730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8" name="Shape 6"/>
          <p:cNvSpPr/>
          <p:nvPr/>
        </p:nvSpPr>
        <p:spPr>
          <a:xfrm>
            <a:off x="152476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9" name="Shape 7"/>
          <p:cNvSpPr/>
          <p:nvPr/>
        </p:nvSpPr>
        <p:spPr>
          <a:xfrm>
            <a:off x="179222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0" name="Shape 8"/>
          <p:cNvSpPr/>
          <p:nvPr/>
        </p:nvSpPr>
        <p:spPr>
          <a:xfrm>
            <a:off x="205968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1" name="Shape 9"/>
          <p:cNvSpPr/>
          <p:nvPr/>
        </p:nvSpPr>
        <p:spPr>
          <a:xfrm>
            <a:off x="232714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2" name="Shape 10"/>
          <p:cNvSpPr/>
          <p:nvPr/>
        </p:nvSpPr>
        <p:spPr>
          <a:xfrm>
            <a:off x="259461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3" name="Shape 11"/>
          <p:cNvSpPr/>
          <p:nvPr/>
        </p:nvSpPr>
        <p:spPr>
          <a:xfrm>
            <a:off x="286207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953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9699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6" name="Shape 14"/>
          <p:cNvSpPr/>
          <p:nvPr/>
        </p:nvSpPr>
        <p:spPr>
          <a:xfrm>
            <a:off x="366445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7" name="Shape 15"/>
          <p:cNvSpPr/>
          <p:nvPr/>
        </p:nvSpPr>
        <p:spPr>
          <a:xfrm>
            <a:off x="393192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8" name="Shape 16"/>
          <p:cNvSpPr/>
          <p:nvPr/>
        </p:nvSpPr>
        <p:spPr>
          <a:xfrm>
            <a:off x="419938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9" name="Shape 17"/>
          <p:cNvSpPr/>
          <p:nvPr/>
        </p:nvSpPr>
        <p:spPr>
          <a:xfrm>
            <a:off x="446684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0" name="Shape 18"/>
          <p:cNvSpPr/>
          <p:nvPr/>
        </p:nvSpPr>
        <p:spPr>
          <a:xfrm>
            <a:off x="473430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1" name="Shape 19"/>
          <p:cNvSpPr/>
          <p:nvPr/>
        </p:nvSpPr>
        <p:spPr>
          <a:xfrm>
            <a:off x="500176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6923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3" name="Shape 21"/>
          <p:cNvSpPr/>
          <p:nvPr/>
        </p:nvSpPr>
        <p:spPr>
          <a:xfrm>
            <a:off x="553669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4" name="Shape 22"/>
          <p:cNvSpPr/>
          <p:nvPr/>
        </p:nvSpPr>
        <p:spPr>
          <a:xfrm>
            <a:off x="580415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5" name="Shape 23"/>
          <p:cNvSpPr/>
          <p:nvPr/>
        </p:nvSpPr>
        <p:spPr>
          <a:xfrm>
            <a:off x="607161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6" name="Shape 24"/>
          <p:cNvSpPr/>
          <p:nvPr/>
        </p:nvSpPr>
        <p:spPr>
          <a:xfrm>
            <a:off x="633907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7" name="Shape 25"/>
          <p:cNvSpPr/>
          <p:nvPr/>
        </p:nvSpPr>
        <p:spPr>
          <a:xfrm>
            <a:off x="660654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8" name="Shape 26"/>
          <p:cNvSpPr/>
          <p:nvPr/>
        </p:nvSpPr>
        <p:spPr>
          <a:xfrm>
            <a:off x="687400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9" name="Shape 27"/>
          <p:cNvSpPr/>
          <p:nvPr/>
        </p:nvSpPr>
        <p:spPr>
          <a:xfrm>
            <a:off x="714146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0" name="Shape 28"/>
          <p:cNvSpPr/>
          <p:nvPr/>
        </p:nvSpPr>
        <p:spPr>
          <a:xfrm>
            <a:off x="740892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1" name="Shape 29"/>
          <p:cNvSpPr/>
          <p:nvPr/>
        </p:nvSpPr>
        <p:spPr>
          <a:xfrm>
            <a:off x="767638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2" name="Shape 30"/>
          <p:cNvSpPr/>
          <p:nvPr/>
        </p:nvSpPr>
        <p:spPr>
          <a:xfrm>
            <a:off x="794385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3" name="Shape 31"/>
          <p:cNvSpPr/>
          <p:nvPr/>
        </p:nvSpPr>
        <p:spPr>
          <a:xfrm>
            <a:off x="821131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4" name="Shape 32"/>
          <p:cNvSpPr/>
          <p:nvPr/>
        </p:nvSpPr>
        <p:spPr>
          <a:xfrm>
            <a:off x="847877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5" name="Shape 33"/>
          <p:cNvSpPr/>
          <p:nvPr/>
        </p:nvSpPr>
        <p:spPr>
          <a:xfrm>
            <a:off x="874623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6" name="Shape 34"/>
          <p:cNvSpPr/>
          <p:nvPr/>
        </p:nvSpPr>
        <p:spPr>
          <a:xfrm>
            <a:off x="901369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8" name="Shape 36"/>
          <p:cNvSpPr/>
          <p:nvPr/>
        </p:nvSpPr>
        <p:spPr>
          <a:xfrm>
            <a:off x="954862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9" name="Shape 37"/>
          <p:cNvSpPr/>
          <p:nvPr/>
        </p:nvSpPr>
        <p:spPr>
          <a:xfrm>
            <a:off x="981608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8354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5100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1847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3" name="Shape 41"/>
          <p:cNvSpPr/>
          <p:nvPr/>
        </p:nvSpPr>
        <p:spPr>
          <a:xfrm>
            <a:off x="1088593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5339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5" name="Shape 43"/>
          <p:cNvSpPr/>
          <p:nvPr/>
        </p:nvSpPr>
        <p:spPr>
          <a:xfrm>
            <a:off x="1142085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changes a later screen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changes: "your child", plan and paywall titles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834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and range on the result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C6F25B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069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parent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480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widens, and the app says 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16636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303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150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order and week one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8873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6" name="Image 0" descr="C:\Users\aksuc\Desktop\proje_odev\design\export/screens/05-parents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371600"/>
            <a:ext cx="1647870" cy="35661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85216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90041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9" name="Image 1" descr="C:\Users\aksuc\Desktop\proje_odev\design\export/screens/07-revea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371600"/>
            <a:ext cx="1647870" cy="35661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86384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and range out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991209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22" name="Image 2" descr="C:\Users\aksuc\Desktop\proje_odev\design\export/screens/09-plan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1371600"/>
            <a:ext cx="1647870" cy="35661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87552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shaped by habits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(cm or ft) stays the same on every screen once chosen.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91840" y="411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design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85216" y="676656"/>
            <a:ext cx="2602660" cy="5504688"/>
          </a:xfrm>
          <a:prstGeom prst="roundRect">
            <a:avLst>
              <a:gd name="adj" fmla="val 4216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4" name="Image 0" descr="C:\Users\aksuc\Desktop\proje_odev\design\export/screens/11-paywall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492932" cy="5394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91840" y="141732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2918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417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billed price, biggest text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224028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2918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2240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end date shown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3291840" y="306324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2918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3063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 path written out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3291840" y="388620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2918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3886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X, top left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3291840" y="470916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918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4709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countdown timer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3291840" y="553212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29184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5532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fake reviews or ratings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8046720" y="1371600"/>
            <a:ext cx="3657600" cy="4846320"/>
          </a:xfrm>
          <a:prstGeom prst="roundRect">
            <a:avLst>
              <a:gd name="adj" fmla="val 3000"/>
            </a:avLst>
          </a:prstGeom>
          <a:solidFill>
            <a:srgbClr val="14141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32104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GoTall instead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2194560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"$0.67/week" framing for a yearly plan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"Special offer" countdown (2:59:59)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Paywall before the result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 of $35 to $60 reported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GoTall vs Measured</a:t>
            </a:r>
            <a:endParaRPr lang="en-US" sz="3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GoTall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Screens before the paywall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Questions before the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25+ (then locked)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Seconds to result (est.)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Locked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Seconds to paywall (est.)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~150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Taps to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 (locked)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 before paywall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Clarity test (out of 5)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97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est. = estimated from the screen count at ~4.5 s per screen. Clarity: 5 classmates saw only the first content screen of each app.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595360" y="13716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vs 7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before you see a result (GoTall: still locked)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595360" y="3840480"/>
            <a:ext cx="3108960" cy="2103120"/>
          </a:xfrm>
          <a:prstGeom prst="roundRect">
            <a:avLst>
              <a:gd name="adj" fmla="val 4348"/>
            </a:avLst>
          </a:prstGeom>
          <a:solidFill>
            <a:srgbClr val="14141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823960" y="4023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tested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443484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QA audit, 22 Oct: every path reaches Home, and the personalisation map was checked screen by screen.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fund this, will people understand it, feel the value and pay?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questions, one clear promise.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the value: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range before any paywall.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price is honest.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577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443216" y="768096"/>
            <a:ext cx="2433647" cy="5138928"/>
          </a:xfrm>
          <a:prstGeom prst="roundRect">
            <a:avLst>
              <a:gd name="adj" fmla="val 4509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6" name="Image 0" descr="C:\Users\aksuc\Desktop\proje_odev\design\export/screens/13-hom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323919" cy="5029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729216" y="1316736"/>
            <a:ext cx="2222382" cy="4681728"/>
          </a:xfrm>
          <a:prstGeom prst="roundRect">
            <a:avLst>
              <a:gd name="adj" fmla="val 493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8" name="Image 1" descr="C:\Users\aksuc\Desktop\proje_odev\design\export/screens/11-paywal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0"/>
            <a:ext cx="2112654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easured">
  <a:themeElements>
    <a:clrScheme name="Measured">
      <a:dk1>
        <a:srgbClr val="141414"/>
      </a:dk1>
      <a:lt1>
        <a:srgbClr val="FFFFFF"/>
      </a:lt1>
      <a:dk2>
        <a:srgbClr val="141414"/>
      </a:dk2>
      <a:lt2>
        <a:srgbClr val="F6F4EF"/>
      </a:lt2>
      <a:accent1>
        <a:srgbClr val="FF5A1F"/>
      </a:accent1>
      <a:accent2>
        <a:srgbClr val="C6F25B"/>
      </a:accent2>
      <a:accent3>
        <a:srgbClr val="6B6B6B"/>
      </a:accent3>
      <a:accent4>
        <a:srgbClr val="E3E0D8"/>
      </a:accent4>
      <a:accent5>
        <a:srgbClr val="E5484D"/>
      </a:accent5>
      <a:accent6>
        <a:srgbClr val="1E1E1E"/>
      </a:accent6>
      <a:hlink>
        <a:srgbClr val="FF5A1F"/>
      </a:hlink>
      <a:folHlink>
        <a:srgbClr val="6B6B6B"/>
      </a:folHlink>
    </a:clrScheme>
    <a:fontScheme name="Measure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Measured demo day</dc:title>
  <dc:subject>PptxGenJS Presentation</dc:subject>
  <dc:creator>PptxGenJS</dc:creator>
  <cp:lastModifiedBy>PptxGenJS</cp:lastModifiedBy>
  <cp:revision>1</cp:revision>
  <dcterms:created xsi:type="dcterms:W3CDTF">2026-10-22T21:49:19Z</dcterms:created>
  <dcterms:modified xsi:type="dcterms:W3CDTF">2026-10-22T21:49:19Z</dcterms:modified>
</cp:coreProperties>
</file>